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Settel - Tech Setup Map (v1)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Smart Payment Layer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Customer Frontend → React / Next.js / SDKs</a:t>
            </a:r>
          </a:p>
          <a:p>
            <a:r>
              <a:t>Merchant Dashboard → Insights / Reco / Trust</a:t>
            </a:r>
          </a:p>
          <a:p>
            <a:r>
              <a:t>Core API Layer → Node.js / GraphQL / REST APIs</a:t>
            </a:r>
          </a:p>
          <a:p>
            <a:r>
              <a:t>AI Engine → Auto-Reco, Risk, Analytics</a:t>
            </a:r>
          </a:p>
          <a:p>
            <a:r>
              <a:t>Payment Layer → PGs / UPI / Banking APIs / Wallets</a:t>
            </a:r>
          </a:p>
          <a:p>
            <a:r>
              <a:t>Data Layer → PostgreSQL / Clickhouse / S3</a:t>
            </a:r>
          </a:p>
          <a:p>
            <a:r>
              <a:t>Infra &amp; DevOps → AWS / GCP / Kubernetes / Terraform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RecoAI → Auto-reconciliation engine (Python / ML / Rule Engine)</a:t>
            </a:r>
          </a:p>
          <a:p>
            <a:r>
              <a:t>TrustAI → Risk Engine &amp; Fraud Detection (ML Models)</a:t>
            </a:r>
          </a:p>
          <a:p>
            <a:r>
              <a:t>Payment Router → Smart PG &amp; Bank Switch</a:t>
            </a:r>
          </a:p>
          <a:p>
            <a:r>
              <a:t>Payout Engine → Instant / Scheduled Settlements</a:t>
            </a:r>
          </a:p>
          <a:p>
            <a:r>
              <a:t>InsightAI → Cashflow, Profitability, Custom Reports</a:t>
            </a:r>
          </a:p>
          <a:p>
            <a:r>
              <a:t>Merchant SDK → Plug &amp; Play Payment Tools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Integrations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PGs → Razorpay, Cashfree, PayU, Stripe</a:t>
            </a:r>
          </a:p>
          <a:p>
            <a:r>
              <a:t>Banking → ICICI, Axis, Yes Bank, RazorpayX</a:t>
            </a:r>
          </a:p>
          <a:p>
            <a:r>
              <a:t>UPI → NPCI Infra / QR Auto-generation</a:t>
            </a:r>
          </a:p>
          <a:p>
            <a:r>
              <a:t>GST/Accounting → Zoho, Tally, QuickBooks APIs</a:t>
            </a:r>
          </a:p>
          <a:p>
            <a:r>
              <a:t>KYC → Signzy, Karza, IDfy</a:t>
            </a:r>
          </a:p>
          <a:p>
            <a:r>
              <a:t>Notifications → Twilio, WhatsApp Cloud API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Infra, DevOps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Cloud → AWS / GCP</a:t>
            </a:r>
          </a:p>
          <a:p>
            <a:r>
              <a:t>Containerization → Docker / Kubernetes</a:t>
            </a:r>
          </a:p>
          <a:p>
            <a:r>
              <a:t>Monitoring → Grafana / Prometheus</a:t>
            </a:r>
          </a:p>
          <a:p>
            <a:r>
              <a:t>Security → OAuth2, JWT, API Gateway, PCI-DSS Ready</a:t>
            </a:r>
          </a:p>
          <a:p>
            <a:r>
              <a:t>Logs &amp; Alerts → ELK Stack, Sentry, Slack Alerts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AI-First Payment Operations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Settel makes reconciliation, trust &amp; payouts invisible for merchants.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245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Settel - Tech Setup Map (v1)</vt:lpstr>
      <vt:lpstr>Architecture Overview</vt:lpstr>
      <vt:lpstr>Core System Modules</vt:lpstr>
      <vt:lpstr>External Integrations Ready</vt:lpstr>
      <vt:lpstr>Infra, DevOps &amp; Security</vt:lpstr>
      <vt:lpstr>AI-First Payment Operations Suite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Settel - Tech Setup Map (v1)</dc:title>
  <dc:subject/>
  <dc:creator>D Dilip Kumar</dc:creator>
  <cp:keywords/>
  <dc:description>generated using python-pptx</dc:description>
  <cp:lastModifiedBy>D Dilip Kumar</cp:lastModifiedBy>
  <cp:revision>2</cp:revision>
  <dcterms:created xsi:type="dcterms:W3CDTF">2013-01-27T09:14:16Z</dcterms:created>
  <dcterms:modified xsi:type="dcterms:W3CDTF">2025-04-09T13:18:54Z</dcterms:modified>
  <cp:category/>
</cp:coreProperties>
</file>